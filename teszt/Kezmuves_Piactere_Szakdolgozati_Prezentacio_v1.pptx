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256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5F5"/>
                </a:solidFill>
              </a:rPr>
              <a:t>Kézműves Piactér</a:t>
            </a: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F5F5"/>
                </a:solidFill>
              </a:rPr>
              <a:t>Kézműves Piactér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</a:rPr>
              <a:t>Szakdolgozati bemutató - a projekt célja, architektúrája és fejlesztése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Célunk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Egy direkt online piactér létrehozása kézműves termékekhez.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A vevő és eladó közvetlen kommunikációja a fő platformfunkció.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A fizetés és átvétel a felhasználók között történik, összetett online fizetés nélkül.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Mi az alkalmazás célja?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A helyi kézműves termékek elérhetőbbé tétele egy könnyen használható felületen.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A biztonságos regisztráció és hitelesítés garantálja a megbízható használatot.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A közvetlen chat lehetősége támogatja a szállítás és fizetés egyeztetését.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Érdekes statisztika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A közvetlen vásárlói-eladói kapcsolatok növelik az ügyfélbizalmat.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A helyi kézműves termékek piaci kereslete ma erős rugalmasságot mutat.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A felhasználók többsége értékeli a személyes kapcsolattartást az interneten keresztül.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Személyes kötődés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A házi készítésű, egyedi termékek iránti személyes érdeklődés adta az ötletet.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A projekt célja a helyi közösségek és kézműves alkotók támogatása.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A bemutató szakmai keretben mutatja be a piaci, technológiai és fejlesztési folyamatokat.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Tervünk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Felhasználóbarát regisztráció és belépés JWT-vel.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Termékek feltöltése, keresése és részletes megjelenítése.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Valós idejű üzenetküldés és titkosított chat kapcsolat.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Kik használják?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Eladók: termékfeltöltés, árképzés és kommunikáció.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Vevők: keresés, kedvencek és üzenetküldés.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Adminok: felhasználói és tartalmi felügyelet, moderáció.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Funkciók szerepkör szerint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Eladók: termékfeltöltés, képek feltöltése, chat-elérés.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Vevők: termékek böngészése, kedvencek és üzenetek kezelése.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Admin: felhasználói státusz ellenőrzése és moderáció.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Használt technológiák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Backend: Node.js, Express, MongoDB/Mongoose, Socket.IO.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Frontend: React, Vite, React Router.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Biztonság: bcryptjs, JWT, NoSQL szűrés, AES titkosítás.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Értesítés: SendGrid/Nodemailer és e-mail értesítések.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Hogyan dolgoztunk?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Kanban-alapú feladatkezelés, projektnapló és csapatkommunikáció.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GitHub és Trello stílusú feladatlista, sprint-szerű iterációval.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Állandó egyeztetés a frontend és backend fejlesztők között.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Munkamegosztás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Frontend: felhasználói felület és React komponensek fejlesztése.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Backend: auth, API végpontok, adatmodell és titkosítás.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Integráció: az autentikáció, chat és képfeltöltés összehangolása.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A kész szoftver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Regisztráció és bejelentkezés erős jelszóhash-sel és JWT-vel.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Termékek feltöltése, részletek, kedvencek és keresés.</a:t>
            </a:r>
            <a:endParaRPr lang="en-US" sz="2600" dirty="0"/>
          </a:p>
          <a:p>
            <a:pPr marL="342900" indent="-342900">
              <a:lnSpc>
                <a:spcPts val="3200"/>
              </a:lnSpc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E5E7EB"/>
                </a:solidFill>
              </a:rPr>
              <a:t>Valós idejű és titkosított chat a felhasználók között.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Forráskód: login.js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965960"/>
            <a:ext cx="11430000" cy="4450882"/>
          </a:xfrm>
          <a:prstGeom prst="rect">
            <a:avLst/>
          </a:prstGeom>
          <a:solidFill>
            <a:srgbClr val="1A2332"/>
          </a:solidFill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6240" y="2057400"/>
            <a:ext cx="11353800" cy="4251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express = require("express");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bcrypt = require("bcryptjs");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jwt = require("jsonwebtoken");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Users_model } = require("./database");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router = express.Router();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require("dotenv").config();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JWT_SECRET = (() =&gt; {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secret = process.env.JWT_SECRET;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(!secret) {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console.warn(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"⚠️  JWT_SECRET nincs beállítva a .env fájlban! Állítsd be production környezetben!",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require("crypto")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.createHash("sha256")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.update("piacter-default-jwt-secret-change-in-production")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.digest("hex");</a:t>
            </a:r>
            <a:endParaRPr lang="en-US" sz="1400" dirty="0"/>
          </a:p>
          <a:p>
            <a:pPr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Forráskód: titkosítás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965960"/>
            <a:ext cx="11430000" cy="4343400"/>
          </a:xfrm>
          <a:prstGeom prst="rect">
            <a:avLst/>
          </a:prstGeom>
          <a:solidFill>
            <a:srgbClr val="1A2332"/>
          </a:solidFill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57400"/>
            <a:ext cx="11338560" cy="4206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.createHash("sha256")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.update(key || "piacter-default-encryption-key-change-in-production")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.digest("hex");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})();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IV_LENGTH = 16;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encryptMessage(text) {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(!text) return text;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iv = crypto.randomBytes(IV_LENGTH);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cipher = crypto.createCipheriv(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"aes-256-cbc",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Buffer.from(ENCRYPTION_KEY, "hex"),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iv,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encrypted = cipher.update(text, "utf8", "hex");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encrypted += cipher.final("hex");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iv.toString("hex") + ":" + encrypted;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Köszönjük a figyelmet!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E5E7EB"/>
                </a:solidFill>
              </a:rPr>
              <a:t>A projekt bemutatása során részletesen ismertettük a célokat, a technológiákat, a fejlesztési módszertant és a kulcsfontosságú forráskódot.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5F5"/>
                </a:solidFill>
              </a:rPr>
              <a:t>Elérhetőség és demó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</a:rPr>
              <a:t>A projekt elérhető az alábbi címen: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https://vizsga-ic7v.onrender.com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103120"/>
            <a:ext cx="310896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680</Words>
  <Application>Microsoft Office PowerPoint</Application>
  <PresentationFormat>Widescreen</PresentationFormat>
  <Paragraphs>105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Szakdolgozati bemutató - Kézműves Piactér</dc:title>
  <dc:subject>PptxGenJS Presentation</dc:subject>
  <dc:creator>Kézműves Piactér</dc:creator>
  <cp:lastModifiedBy>O365 felhasználó</cp:lastModifiedBy>
  <cp:revision>2</cp:revision>
  <dcterms:created xsi:type="dcterms:W3CDTF">2026-04-16T16:55:39Z</dcterms:created>
  <dcterms:modified xsi:type="dcterms:W3CDTF">2026-04-16T16:57:27Z</dcterms:modified>
</cp:coreProperties>
</file>