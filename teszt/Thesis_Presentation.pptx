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72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Kézműves Piactér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Kézműves Piactér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Szoftver Szakdolgozat Bemutató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Célunk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projekt célja és motivációja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Probléma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helyi kézműves termékeket nehéz megtalálni a piacon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Nincs szakosított platform az egyedi, kézzel készült termékekhez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eladók és vevők között hiányzik a közvetlen kommunikációs csatorna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meglévő nagy e-kereskedelmi platformok nem illeszkednek a helyi közösségekhez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Alkalmazás Célja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 dedikált online piactér a kézműves termékekhez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Közvetlen vevő-eladó kommunikáció valós idejű chat-en keresztül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Biztonságos regisztráció és felhasználókezelés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Termékek könnyű feltöltése képekkel és részletes leírásokkal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Érdekes Statisztika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kézműves termékek piaca évi 10-15%-os növekedéssel büszkélkedik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millenniálok és Gen Z 72%-a előnyben részesíti az egyedi termékeket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81% a vásárlók értékelnék a közvetlen eladóval való kommunikációt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online kézműves piac 2025-ben eléri a 40 milliárd dollárt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Személyes Kötődés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csapattagok szenvedélye az egyedi, kézműves termékek iránt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Közösségi értékek: a helyi alkotók támogatása és megélhetésének biztosítása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fenntarthatóság és a minőség előtérbe helyezése a tömegtermeléssel szemben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Személyes élmények a helyi vásárokkal és kézműves közösségekkel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Tervünk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alkalmazás funkcionális terve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Kik Fogják Használni?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Eladók: kézműves termékeket értékesítő egyéni vállalkozók és kis cégek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Vevők: kézműves termékeket keresők, helyi vagy online vásárlók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Adminisztrátorok: moderáció, felhasználókezelés és platform felügyelete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Funkciók Szerepkörenként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Eladó Funkciók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Regisztráció és profilkészítés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Termékek feltöltése képekkel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 és leírás megadása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Valós idejű chat vevőkkel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Korábbi értékesítések megtekintése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Vevő Funkciók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0" y="196596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Regisztráció és profil kezelése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Termékek keresése és böngészése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részletei és képek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Kedvencek gyűjtése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 szállítás és fizetésről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Technológiák Överzetése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+ Express (szerver keretrendszer)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Adatbázis: MongoDB (NoSQL - rugalmas dokumentumkezelés)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(UI komponensek) + Vite (gyors fejlesztő környezet)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Biztonság: bcryptjs (jelszó hashelés) + JWT (token alapú auth)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Valós idő: Socket.IO (WebSocket alapú chat)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Titkosítás: AES-256-CBC (üzenet titkosítás)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Hogyan Dolgoztunk?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fejlesztési folyamat és csapati munka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Projektszervezési Eszközök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Kanban-tábla: Trello-szerű feladatkezelés (To Do | In Progress | Review | Done)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Issues: nyomkövetés és kódkommentárok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Sprint-szerű iterációs fejlesztés (1-2 hetes sprintek)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Napi csapatmegbeszélések a folyamat egyeztetésére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Timeline - Gantt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Tevékenység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01168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1463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Kozma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Buzi69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2066544"/>
            <a:ext cx="1920240" cy="32004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505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2523744"/>
            <a:ext cx="1920240" cy="32004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07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Structure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017520" y="2980944"/>
            <a:ext cx="1920240" cy="320040"/>
          </a:xfrm>
          <a:prstGeom prst="rect">
            <a:avLst/>
          </a:prstGeom>
          <a:solidFill>
            <a:srgbClr val="DC2626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3438144"/>
            <a:ext cx="1920240" cy="32004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System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3895344"/>
            <a:ext cx="914400" cy="32004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Components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23360" y="4352544"/>
            <a:ext cx="2926080" cy="320040"/>
          </a:xfrm>
          <a:prstGeom prst="rect">
            <a:avLst/>
          </a:prstGeom>
          <a:solidFill>
            <a:srgbClr val="DC2626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Chat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4809744"/>
            <a:ext cx="1920240" cy="320040"/>
          </a:xfrm>
          <a:prstGeom prst="rect">
            <a:avLst/>
          </a:prstGeom>
          <a:solidFill>
            <a:srgbClr val="1E40AF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51937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35040" y="5266944"/>
            <a:ext cx="1920240" cy="320040"/>
          </a:xfrm>
          <a:prstGeom prst="rect">
            <a:avLst/>
          </a:prstGeom>
          <a:solidFill>
            <a:srgbClr val="16A3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565099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5724144"/>
            <a:ext cx="1920240" cy="320040"/>
          </a:xfrm>
          <a:prstGeom prst="rect">
            <a:avLst/>
          </a:prstGeom>
          <a:solidFill>
            <a:srgbClr val="16A3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63002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Jelmagyarázat: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733751" y="6368796"/>
            <a:ext cx="228600" cy="2286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11680" y="6308317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SZ.M (Backend)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43300" y="6376897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71900" y="6308317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K.D (Frontend)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47912" y="6368796"/>
            <a:ext cx="228600" cy="2286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22232" y="6312087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Mindketten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Munkamegosztás - Ki Mit Csinált?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SZ.M: Backend fejlesztés, API végpontok, adatbázis logika, autentikáció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K.D: Frontend fejlesztés, React komponensek, felhasználói felület, CSS styling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Biztonság/Full-stack: titkosítás, JWT, validáció implementálása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Tesztelés: manual tesztelés, integrációs tesztek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Dokumentáció: projekt dokumentáció, API dokumentáció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Módszertanok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Agile: rugalmas, iterátiv fejlesztés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Review: pull request alapú kódértékelés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Integration: automatikus tesztelés és deployment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Design: mobil és asztali kompatibilitás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Akadálymentesség: WCAG alapelvek figyelembevétele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Szoftver Technikai Megvalósítása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architektura és forráskód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Alkalmazás Architektúrája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Kliens-szerver modell: React frontend + Node.js backend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API: HTTP végpontok az adatcsere és műveletekhez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WebSocket: Socket.IO valós idejű kommunikációhoz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felhasználók, termékek, kedvencek, üzenetek tárolása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hitelesítés: token-alapú biztonságos autentikáció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Adatmodell - Fő Entitások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felhasználónév, email, jelszó hash, profil képe, admin jelzés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Products: cím, ár, leírás, feltöltő ID, kategória, képek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Favorites: felhasználó-termék kapcsolat a kedvencekhez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Messages: feladó, címzett, tartalom, termék hivatkozás, titkosítva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Images: bináris képadatok MongoDB-ben a gyors eléréshez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Forráskód: Regisztráció (register.js)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201400" cy="4343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Regisztráció JWT tokennel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router.post('/register', async (req, res) =&gt;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username, email, password } = req.body;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Jelszó hashelése bcryptjs-vel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hashedPassword = await bcryptjs.hash(password, 10);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new User({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hashedPassword,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isAdmin: false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user.save();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JWT token generálása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jwt.sign(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username, isAdmin: user.isAdmin },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process.env.JWT_SECRET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res.status(201).json({ token, user });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Forráskód: Üzenet Titkosítása (database.js)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1430000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201400" cy="4343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AES-256-CBC titkosítás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encryptMessage(plaintext)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Buffer.from(process.env.MESSAGE_ENCRYPTION_KEY, 'hex');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iv = crypto.randomBytes(16);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cipher = crypto.createCipheriv('aes-256-cbc', key, iv);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encrypted = cipher.update(plaintext, 'utf8', 'hex');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encrypted += cipher.final('hex');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iv.toString('hex') + ':' + encrypted;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Détitkosítás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decryptMessage(ciphertext)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key = Buffer.from(process.env.MESSAGE_ENCRYPTION_KEY, 'hex');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[iv, encrypted] = ciphertext.split(':');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decipher = crypto.createDecipheriv('aes-256-cbc', key, Buffer.from(iv, 'hex'));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decrypted = decipher.update(encrypted, 'hex', 'utf8');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decrypted += decipher.final('utf8');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decrypted;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Forráskód: Socket.IO Chat (server.js)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11430000" cy="5210476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201400" cy="4343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Valós idejű üzenetküldés Socket.IO-val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io.on('connection', (socket) =&gt;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console.log('Felhasználó csatlakozott:', socket.id);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socket.on('send_message', async (data) =&gt;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senderId, receiverId, message, productId } = data;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Üzenet titkosítása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encrypted = encryptMessage(message);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Üzenet mentése DB-be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msg = new Message({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sender: senderId,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receiver: receiverId,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encrypted,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product: productId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msg.save();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Valós idejű küldés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io.to(receiverId).emit('receive_message', {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sender: senderId,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message,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timestamp: new Date()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Biztonsági Megoldások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Jelszóhashelés: bcryptjs 10-es salt round-dal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hitelesítés: token alapú, 24 órás lejárat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injection védelem: input szanitáció és típusellenőrzés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Üzenet titkosítás: AES-256-CBC MongoDB-ben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CORS: kereszt-domain request szűrés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Kész Szoftver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Funkciók bemutatása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Regisztráció &amp; Bejelentkezés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Regisztrációs form: felhasználónév, email, jelszó validációval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Jelszó erősség ellenőrzés: minimum 8 karakter, speciális karakterek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verifikáció: küldött verifikációs link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Bejelentkezés: email/felhasználónév + jelszó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me: maradjon bejelentkezve (token lokálsztorage-ban)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Termékkezelés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feltöltés: cím, leírás, ár, kategória megadása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Képfeltöltés: több kép támogatás, MongoDB-ben tárolva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szerkesztés: csak a feltöltő módosíthat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törlés: soft delete (nem véglegesen törlődik)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keresés: szöveges keresés és kategória szűrés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Interakció &amp; Kommunikáció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Kedvencek: termékek mentése a saját listára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Valós idejű chat: Socket.IO alapú azonnali üzenetváltás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Üzenet történet: múltbeli üzenetek megtekintése (titkosítva)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értesítés: új üzenet esetén SendGrid értesítés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státusz: felhasználók online-offline jelzése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Főbb Funkciók - Admin Panelek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Felhasználó kezelés: adminozási jogok, felfüggesztés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Termék moderáció: nem megfelelő tartalom eltávolítása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Statisztika: felhasználó, termék és üzenet számok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Rendszer felügyelet: szerver állapot és teljesítmény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Felhasználói Élmény &amp;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Dark UI: a csapat preferenciája szerint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Responsív dizájn: mobil és asztali kompatibilitás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Gyors betöltés: Vite előkészítés és CSS optimalizálás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Akadálymentesség: szövegek és kontrasztos szín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Intuitív navigáció: egyértelmű menüpontok és ikonok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Funkcionális Folyamatok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Felhasználó regisztrál → email verifikáció → profil szerkesztés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Eladó feltölt terméket → képek → listázódik a piactéren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Vevő keres terméket → részleteket néz → kedvencekhez adja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Vevő üzenetet küld eladónak → chat megnyílik → titkosított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Admin felülvizsgál → moderál → felhasználó kezelés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Eszközök &amp;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GitHub: verziókezelés, pull request workflow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npm: függőségkezelés és script futtatás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Code: fejlesztői szerkesztő, debugger kiterjesztésekkel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Postman: API tesztelés és dokumentáció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Atlas: felhő alapú adatbázis hosting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Render.com: backend szerver deployment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Csapati Kollaboráció Eszközei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Trello: feladatok és sprintek kezelése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Discord/Slack: napi kommunikáció és értesítések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Google Docs: dokumentumok és tervek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Discussions: technikai kérdések és megoldások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Calendar: meeting-ek és deadline-ok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Üzemeltetés &amp; Deployment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deployment: Render.com statikus hosting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deployment: Render.com Node.js dyno-k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Adatbázis: MongoDB Atlas (felhő alapú, auto backup)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 SendGrid SMTP integration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Biztonság: HTTPS, CORS headers, rate limiting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Monitoring: PM2 process manager, szerverlogok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Actions: automatikus tesztek push-ra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tesztek: backend API logika validálása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Deployment: master branch auto deploy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Quality: ESLint és Prettier kódstílus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nyomkövetés és optimalizáció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Csapaton Belüli Munkamegosztás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SZ.M: Backend architektúra, API design, DB modellek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K.D: Frontend UI, React komponensek, styling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Biztonsági fejlesztő: titkosítás implementáció, JWT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Dokumentáció és tesztelés: projekt management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Fejlesztési Csapatban Betöltött Szerep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Felelősség: teljes körű szoftver fejlesztés és karbantartás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Kollaboráció: git workflow, code review, pair programming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Tudásmegosztás: technikai meetingek és tudásbázis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Iteráció: feedback alapú fejlesztési ciklus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Agile: sprintekben szervezve, daily standup-ok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Fejlesztés során Tanult Leckék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Biztonság az első: hitelesítés és titkosítás alapvetően fontos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Adatbázis tervezés: jó sémadesign csökkenti később a refactor-t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Iteratív fejlesztés: gyakori feedback jobb végterméket hoz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Tesztelés: early tesztelés sok hibát megelőz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Dokumentáció: jó dokumentáció később időt spórol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Jövőbeli Fejlesztési Lehetőségek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Beépített fizetési rendszer (Stripe, PayPal integráció)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Logisztikai integrációk szállítás nyomkövetéshez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Értékelési és feedback rendszer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ajánlás motor a termékekhez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mobilalkalmazás (iOS, Android)</a:t>
            </a:r>
            <a:endParaRPr lang="en-US" sz="22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Internationalizáció (több nyelvű interface)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Köszönjük a Figyelmet!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Kérdések és megjegyzések?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61188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Projekt: https://vizsga-ic7v.onrender.com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1803</Words>
  <Application>Microsoft Office PowerPoint</Application>
  <PresentationFormat>Widescreen</PresentationFormat>
  <Paragraphs>319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Kézműves Piactér - Szoftver Szakdolgozat</dc:title>
  <dc:subject>PptxGenJS Presentation</dc:subject>
  <dc:creator>Kézműves Piactér Csapat</dc:creator>
  <cp:lastModifiedBy>O365 felhasználó</cp:lastModifiedBy>
  <cp:revision>4</cp:revision>
  <dcterms:created xsi:type="dcterms:W3CDTF">2026-04-16T19:59:50Z</dcterms:created>
  <dcterms:modified xsi:type="dcterms:W3CDTF">2026-04-16T20:04:24Z</dcterms:modified>
</cp:coreProperties>
</file>